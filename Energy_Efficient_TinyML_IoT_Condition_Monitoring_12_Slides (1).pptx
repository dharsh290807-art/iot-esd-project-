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109728"/>
            <a:ext cx="4233672" cy="6748272"/>
          </a:xfrm>
          <a:prstGeom prst="rect">
            <a:avLst/>
          </a:prstGeom>
          <a:solidFill>
            <a:srgbClr val="16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BEB4"/>
                </a:solidFill>
                <a:latin typeface="Aptos"/>
              </a:defRPr>
            </a:pPr>
            <a:r>
              <a:t>IoT  •  TINYML  •  EDGE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766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Energy-Efficient</a:t>
            </a:r>
          </a:p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TinyML-Based IoT System</a:t>
            </a:r>
          </a:p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for Real-Time Condition</a:t>
            </a:r>
          </a:p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9CFDE"/>
                </a:solidFill>
                <a:latin typeface="Aptos"/>
              </a:defRPr>
            </a:pPr>
            <a:r>
              <a:t>ESP32  •  Vibration + Temperature  •  On-device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09160"/>
            <a:ext cx="6629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BEB4"/>
                </a:solidFill>
                <a:latin typeface="Aptos"/>
              </a:defRPr>
            </a:pPr>
            <a:r>
              <a:t>PROJECT TEAM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P. Uday  —  2520090089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A. Sri Chaitanya  —  2520090094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Dharshan  —  2520090088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Mrudula  —  2520090073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234440"/>
            <a:ext cx="2468880" cy="685800"/>
          </a:xfrm>
          <a:prstGeom prst="roundRect">
            <a:avLst/>
          </a:prstGeom>
          <a:solidFill>
            <a:srgbClr val="0A192F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0807" y="1353312"/>
            <a:ext cx="2249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SENSORS  →  ESP32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240280"/>
            <a:ext cx="2468880" cy="685800"/>
          </a:xfrm>
          <a:prstGeom prst="roundRect">
            <a:avLst/>
          </a:prstGeom>
          <a:solidFill>
            <a:srgbClr val="0A192F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7" y="2359152"/>
            <a:ext cx="2249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EDGE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3246120"/>
            <a:ext cx="2468880" cy="685800"/>
          </a:xfrm>
          <a:prstGeom prst="roundRect">
            <a:avLst/>
          </a:prstGeom>
          <a:solidFill>
            <a:srgbClr val="0A192F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7" y="3364991"/>
            <a:ext cx="22494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LEDs  •  OLED  •  BUZZER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57200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Real-time condition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Monitors vibration and environmental temperature/humidity.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ESP32 reads sensors and classifies the condition as Normal, Warning, or Abnormal.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OLED shows readings; LEDs and buzzer provide local alerts.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Designed for compact, low-cost, edge-based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Unexpected vibration or overheating can indicate equipment problems.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Provide continuous, near-real-time condition monitoring.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Give clear visual and audible alerts when limits are exceeded.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Reduce dependence on cloud processing by handling decisions on the ESP32.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Hardware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ESP32 DevKit V1 — main controller.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MPU6050 — accelerometer/gyroscope for motion and vibration.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DHT22 — temperature and humidity sensor.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0.96-inch I²C OLED — displays readings and status.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Green / Blue / Red LEDs, buzzer, push button, resistors, breadboard, jumper wires.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FDE"/>
                </a:solidFill>
                <a:latin typeface="Aptos"/>
              </a:defRPr>
            </a:pPr>
            <a:r>
              <a:t>Sensor data is processed locally on the ESP32.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194560" cy="1051560"/>
          </a:xfrm>
          <a:prstGeom prst="roundRect">
            <a:avLst/>
          </a:prstGeom>
          <a:solidFill>
            <a:srgbClr val="163049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51460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MPU6050 + DHT22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286000"/>
            <a:ext cx="2194560" cy="1051560"/>
          </a:xfrm>
          <a:prstGeom prst="roundRect">
            <a:avLst/>
          </a:prstGeom>
          <a:solidFill>
            <a:srgbClr val="163049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251460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ESP32 Sampling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2194560" cy="1051560"/>
          </a:xfrm>
          <a:prstGeom prst="roundRect">
            <a:avLst/>
          </a:prstGeom>
          <a:solidFill>
            <a:srgbClr val="163049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514600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Threshold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86000"/>
            <a:ext cx="2423160" cy="1051560"/>
          </a:xfrm>
          <a:prstGeom prst="roundRect">
            <a:avLst/>
          </a:prstGeom>
          <a:solidFill>
            <a:srgbClr val="163049"/>
          </a:solidFill>
          <a:ln>
            <a:solidFill>
              <a:srgbClr val="00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2514600"/>
            <a:ext cx="22677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OLED + LEDs + Buzzer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EB4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EB4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EB4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Sampling interval: 500 ms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Classification in the supplied code uses vibration thresholds.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Circuit Wiring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FDE"/>
                </a:solidFill>
                <a:latin typeface="Aptos"/>
              </a:defRPr>
            </a:pPr>
            <a:r>
              <a:t>ESP32 connections to MPU6050, DHT22, OLED, indicators and button.</a:t>
            </a:r>
          </a:p>
        </p:txBody>
      </p:sp>
      <p:pic>
        <p:nvPicPr>
          <p:cNvPr id="5" name="Picture 4" descr="image(2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234440"/>
            <a:ext cx="7315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Pin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I²C bus: SDA GPIO 21, SCL GPIO 22 (MPU6050 and OLED).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DHT22 data: GPIO 4.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Green LED: GPIO 25; Blue LED: GPIO 26; Red LED: GPIO 27.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Buzzer: GPIO 18; push button: GPIO 19 using INPUT_PULLUP.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Check the physical wiring and sensor power requirements before powering the 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Software &amp; Operating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Develop and upload the sketch using Arduino IDE; test the circuit in Wokwi where supported.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Read MPU6050 acceleration and calculate vibration magnitude.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Read temperature and humidity from the DHT22.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Normal: vibration &lt; 2.0 m/s²; Warning: 2.0–4.0 m/s²; Abnormal: ≥ 4.0 m/s².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Push button toggles audible alerts; OLED and Serial Monitor report readings.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Code Snapshot — Setup &amp;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FDE"/>
                </a:solidFill>
                <a:latin typeface="Aptos"/>
              </a:defRPr>
            </a:pPr>
            <a:r>
              <a:t>Core excerpt from the supplied Arduino sketch.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5"/>
                </a:solidFill>
                <a:latin typeface="Consolas" panose="020B0609020204030204"/>
              </a:defRPr>
            </a:pPr>
            <a:r>
              <a:t>Wire.begin(SDA_PIN, SCL_PIN);</a:t>
            </a:r>
            <a:br/>
            <a:r>
              <a:t>dht.begin();</a:t>
            </a:r>
            <a:br/>
            <a:br/>
            <a:r>
              <a:t>if (!mpu.begin()) {</a:t>
            </a:r>
            <a:br/>
            <a:r>
              <a:t>  Serial.println("ERROR: MPU6050 not detected!");</a:t>
            </a:r>
            <a:br/>
            <a:r>
              <a:t>  while (true) delay(1000);</a:t>
            </a:r>
            <a:br/>
            <a:r>
              <a:t>}</a:t>
            </a:r>
            <a:br/>
            <a:br/>
            <a:r>
              <a:t>float magnitude = sqrt(x*x + y*y + z*z);</a:t>
            </a:r>
            <a:br/>
            <a:r>
              <a:t>float vibration = fabs(magnitude - 9.81);</a:t>
            </a:r>
            <a:br/>
            <a:br/>
            <a:r>
              <a:t>float tempC = dht.readTemperature();</a:t>
            </a:r>
            <a:br/>
            <a:r>
              <a:t>float humidity = dht.readHumidity();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Libraries required: Adafruit MPU6050, Adafruit Unified Sensor, Adafruit GFX, Adafruit SSD1306, DHT sensor library.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Code Snapshot — Classification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CEBF5"/>
                </a:solidFill>
                <a:latin typeface="Consolas" panose="020B0609020204030204"/>
              </a:defRPr>
            </a:pPr>
            <a:r>
              <a:t>if (vibration &lt; WARNING_LIMIT) {</a:t>
            </a:r>
            <a:br/>
            <a:r>
              <a:t>  condition = 0; status = "NORMAL";</a:t>
            </a:r>
            <a:br/>
            <a:r>
              <a:t>} else if (vibration &lt; DANGER_LIMIT) {</a:t>
            </a:r>
            <a:br/>
            <a:r>
              <a:t>  condition = 1; status = "WARNING";</a:t>
            </a:r>
            <a:br/>
            <a:r>
              <a:t>} else {</a:t>
            </a:r>
            <a:br/>
            <a:r>
              <a:t>  condition = 2; status = "ABNORMAL";</a:t>
            </a:r>
            <a:br/>
            <a:r>
              <a:t>}</a:t>
            </a:r>
            <a:br/>
            <a:br/>
            <a:r>
              <a:t>if (condition == 0) digitalWrite(GREEN_LED, HIGH);</a:t>
            </a:r>
            <a:br/>
            <a:r>
              <a:t>else if (condition == 1) digitalWrite(BLUE_LED, HIGH);</a:t>
            </a:r>
            <a:br/>
            <a:r>
              <a:t>else {</a:t>
            </a:r>
            <a:br/>
            <a:r>
              <a:t>  digitalWrite(RED_LED, HIGH);</a:t>
            </a:r>
            <a:br/>
            <a:r>
              <a:t>  if (alertsEnabled) tone(BUZZER_PIN, 2000);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This is threshold-based classification; it is not a trained TinyML neural network.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Benefits,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Benefits: low-cost hardware, local response, visible/audible alerts, no cloud required for basic operation.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Limitations: threshold selection needs testing; DHT22 measures ambient conditions, not every machine's internal temperature.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The provided sketch does not implement a trained TinyML model or prove measured energy savings.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Future work: collect labelled data, train and deploy a small model, measure power use, and add logging/connectivity.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FDE"/>
                </a:solidFill>
                <a:latin typeface="Aptos"/>
              </a:defRPr>
            </a:pPr>
            <a:r>
              <a:t>Energy-Efficient TinyML-Based IoT System for Real-Time Condition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ESP32 combines sensor readings with on-device condition decisions.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OLED, LEDs and buzzer make system status easy to understand.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Next step: validate thresholds and evaluate a trained TinyML model.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3933</Words>
  <Application>WPS Presentation</Application>
  <PresentationFormat>On-screen Show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Sri Chaitanya Amaravadi</cp:lastModifiedBy>
  <cp:revision>2</cp:revision>
  <dcterms:created xsi:type="dcterms:W3CDTF">2013-01-27T09:14:00Z</dcterms:created>
  <dcterms:modified xsi:type="dcterms:W3CDTF">2026-10-11T13:14:57Z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9D8193B9368F45E6817D59B900A7EA1F_13</vt:lpwstr>
  </property>
  <property fmtid="{D5CDD505-2E9C-101B-9397-08002B2CF9AE}" pid="3" name="KSOProductBuildVer">
    <vt:lpwstr>1033-12.1.0.28485</vt:lpwstr>
  </property>
</Properties>
</file>